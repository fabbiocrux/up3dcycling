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</p:sldMasterIdLst>
  <p:notesMasterIdLst>
    <p:notesMasterId r:id="rId8"/>
  </p:notesMasterIdLst>
  <p:handoutMasterIdLst>
    <p:handoutMasterId r:id="rId9"/>
  </p:handoutMasterIdLst>
  <p:sldIdLst>
    <p:sldId id="275" r:id="rId2"/>
    <p:sldId id="260" r:id="rId3"/>
    <p:sldId id="274" r:id="rId4"/>
    <p:sldId id="270" r:id="rId5"/>
    <p:sldId id="276" r:id="rId6"/>
    <p:sldId id="277" r:id="rId7"/>
  </p:sldIdLst>
  <p:sldSz cx="12192000" cy="6858000"/>
  <p:notesSz cx="9926638" cy="6797675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>
          <p15:clr>
            <a:srgbClr val="A4A3A4"/>
          </p15:clr>
        </p15:guide>
        <p15:guide id="2" pos="312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4532"/>
    <a:srgbClr val="06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38" autoAdjust="0"/>
    <p:restoredTop sz="93319" autoAdjust="0"/>
  </p:normalViewPr>
  <p:slideViewPr>
    <p:cSldViewPr snapToGrid="0" snapToObjects="1">
      <p:cViewPr varScale="1">
        <p:scale>
          <a:sx n="93" d="100"/>
          <a:sy n="93" d="100"/>
        </p:scale>
        <p:origin x="972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52" d="100"/>
          <a:sy n="152" d="100"/>
        </p:scale>
        <p:origin x="2352" y="176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F8DF3-C872-402E-8E1F-2E13B93E4B29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AE9CA-A7BB-49C6-B99D-16685C5009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76157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660CD-1F00-48C8-9B21-16FA9CF98DA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8000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BB4430-3445-4B8C-8852-F9E760D56E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720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697163" y="508000"/>
            <a:ext cx="4532312" cy="25495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tabLst>
                <a:tab pos="0" algn="l"/>
                <a:tab pos="392113" algn="l"/>
                <a:tab pos="785813" algn="l"/>
                <a:tab pos="1179513" algn="l"/>
                <a:tab pos="1573213" algn="l"/>
                <a:tab pos="1966913" algn="l"/>
                <a:tab pos="2360613" algn="l"/>
                <a:tab pos="2754313" algn="l"/>
                <a:tab pos="3148013" algn="l"/>
                <a:tab pos="3543300" algn="l"/>
                <a:tab pos="3937000" algn="l"/>
                <a:tab pos="4330700" algn="l"/>
                <a:tab pos="4724400" algn="l"/>
                <a:tab pos="5118100" algn="l"/>
                <a:tab pos="5511800" algn="l"/>
                <a:tab pos="5905500" algn="l"/>
                <a:tab pos="6299200" algn="l"/>
                <a:tab pos="6692900" algn="l"/>
                <a:tab pos="7088188" algn="l"/>
                <a:tab pos="7481888" algn="l"/>
                <a:tab pos="7875588" algn="l"/>
              </a:tabLs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tabLst>
                <a:tab pos="0" algn="l"/>
                <a:tab pos="392113" algn="l"/>
                <a:tab pos="785813" algn="l"/>
                <a:tab pos="1179513" algn="l"/>
                <a:tab pos="1573213" algn="l"/>
                <a:tab pos="1966913" algn="l"/>
                <a:tab pos="2360613" algn="l"/>
                <a:tab pos="2754313" algn="l"/>
                <a:tab pos="3148013" algn="l"/>
                <a:tab pos="3543300" algn="l"/>
                <a:tab pos="3937000" algn="l"/>
                <a:tab pos="4330700" algn="l"/>
                <a:tab pos="4724400" algn="l"/>
                <a:tab pos="5118100" algn="l"/>
                <a:tab pos="5511800" algn="l"/>
                <a:tab pos="5905500" algn="l"/>
                <a:tab pos="6299200" algn="l"/>
                <a:tab pos="6692900" algn="l"/>
                <a:tab pos="7088188" algn="l"/>
                <a:tab pos="7481888" algn="l"/>
                <a:tab pos="7875588" algn="l"/>
              </a:tabLs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tabLst>
                <a:tab pos="0" algn="l"/>
                <a:tab pos="392113" algn="l"/>
                <a:tab pos="785813" algn="l"/>
                <a:tab pos="1179513" algn="l"/>
                <a:tab pos="1573213" algn="l"/>
                <a:tab pos="1966913" algn="l"/>
                <a:tab pos="2360613" algn="l"/>
                <a:tab pos="2754313" algn="l"/>
                <a:tab pos="3148013" algn="l"/>
                <a:tab pos="3543300" algn="l"/>
                <a:tab pos="3937000" algn="l"/>
                <a:tab pos="4330700" algn="l"/>
                <a:tab pos="4724400" algn="l"/>
                <a:tab pos="5118100" algn="l"/>
                <a:tab pos="5511800" algn="l"/>
                <a:tab pos="5905500" algn="l"/>
                <a:tab pos="6299200" algn="l"/>
                <a:tab pos="6692900" algn="l"/>
                <a:tab pos="7088188" algn="l"/>
                <a:tab pos="7481888" algn="l"/>
                <a:tab pos="7875588" algn="l"/>
              </a:tabLs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tabLst>
                <a:tab pos="0" algn="l"/>
                <a:tab pos="392113" algn="l"/>
                <a:tab pos="785813" algn="l"/>
                <a:tab pos="1179513" algn="l"/>
                <a:tab pos="1573213" algn="l"/>
                <a:tab pos="1966913" algn="l"/>
                <a:tab pos="2360613" algn="l"/>
                <a:tab pos="2754313" algn="l"/>
                <a:tab pos="3148013" algn="l"/>
                <a:tab pos="3543300" algn="l"/>
                <a:tab pos="3937000" algn="l"/>
                <a:tab pos="4330700" algn="l"/>
                <a:tab pos="4724400" algn="l"/>
                <a:tab pos="5118100" algn="l"/>
                <a:tab pos="5511800" algn="l"/>
                <a:tab pos="5905500" algn="l"/>
                <a:tab pos="6299200" algn="l"/>
                <a:tab pos="6692900" algn="l"/>
                <a:tab pos="7088188" algn="l"/>
                <a:tab pos="7481888" algn="l"/>
                <a:tab pos="7875588" algn="l"/>
              </a:tabLs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tabLst>
                <a:tab pos="0" algn="l"/>
                <a:tab pos="392113" algn="l"/>
                <a:tab pos="785813" algn="l"/>
                <a:tab pos="1179513" algn="l"/>
                <a:tab pos="1573213" algn="l"/>
                <a:tab pos="1966913" algn="l"/>
                <a:tab pos="2360613" algn="l"/>
                <a:tab pos="2754313" algn="l"/>
                <a:tab pos="3148013" algn="l"/>
                <a:tab pos="3543300" algn="l"/>
                <a:tab pos="3937000" algn="l"/>
                <a:tab pos="4330700" algn="l"/>
                <a:tab pos="4724400" algn="l"/>
                <a:tab pos="5118100" algn="l"/>
                <a:tab pos="5511800" algn="l"/>
                <a:tab pos="5905500" algn="l"/>
                <a:tab pos="6299200" algn="l"/>
                <a:tab pos="6692900" algn="l"/>
                <a:tab pos="7088188" algn="l"/>
                <a:tab pos="7481888" algn="l"/>
                <a:tab pos="7875588" algn="l"/>
              </a:tabLs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392113" algn="l"/>
                <a:tab pos="785813" algn="l"/>
                <a:tab pos="1179513" algn="l"/>
                <a:tab pos="1573213" algn="l"/>
                <a:tab pos="1966913" algn="l"/>
                <a:tab pos="2360613" algn="l"/>
                <a:tab pos="2754313" algn="l"/>
                <a:tab pos="3148013" algn="l"/>
                <a:tab pos="3543300" algn="l"/>
                <a:tab pos="3937000" algn="l"/>
                <a:tab pos="4330700" algn="l"/>
                <a:tab pos="4724400" algn="l"/>
                <a:tab pos="5118100" algn="l"/>
                <a:tab pos="5511800" algn="l"/>
                <a:tab pos="5905500" algn="l"/>
                <a:tab pos="6299200" algn="l"/>
                <a:tab pos="6692900" algn="l"/>
                <a:tab pos="7088188" algn="l"/>
                <a:tab pos="7481888" algn="l"/>
                <a:tab pos="7875588" algn="l"/>
              </a:tabLs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392113" algn="l"/>
                <a:tab pos="785813" algn="l"/>
                <a:tab pos="1179513" algn="l"/>
                <a:tab pos="1573213" algn="l"/>
                <a:tab pos="1966913" algn="l"/>
                <a:tab pos="2360613" algn="l"/>
                <a:tab pos="2754313" algn="l"/>
                <a:tab pos="3148013" algn="l"/>
                <a:tab pos="3543300" algn="l"/>
                <a:tab pos="3937000" algn="l"/>
                <a:tab pos="4330700" algn="l"/>
                <a:tab pos="4724400" algn="l"/>
                <a:tab pos="5118100" algn="l"/>
                <a:tab pos="5511800" algn="l"/>
                <a:tab pos="5905500" algn="l"/>
                <a:tab pos="6299200" algn="l"/>
                <a:tab pos="6692900" algn="l"/>
                <a:tab pos="7088188" algn="l"/>
                <a:tab pos="7481888" algn="l"/>
                <a:tab pos="7875588" algn="l"/>
              </a:tabLs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392113" algn="l"/>
                <a:tab pos="785813" algn="l"/>
                <a:tab pos="1179513" algn="l"/>
                <a:tab pos="1573213" algn="l"/>
                <a:tab pos="1966913" algn="l"/>
                <a:tab pos="2360613" algn="l"/>
                <a:tab pos="2754313" algn="l"/>
                <a:tab pos="3148013" algn="l"/>
                <a:tab pos="3543300" algn="l"/>
                <a:tab pos="3937000" algn="l"/>
                <a:tab pos="4330700" algn="l"/>
                <a:tab pos="4724400" algn="l"/>
                <a:tab pos="5118100" algn="l"/>
                <a:tab pos="5511800" algn="l"/>
                <a:tab pos="5905500" algn="l"/>
                <a:tab pos="6299200" algn="l"/>
                <a:tab pos="6692900" algn="l"/>
                <a:tab pos="7088188" algn="l"/>
                <a:tab pos="7481888" algn="l"/>
                <a:tab pos="7875588" algn="l"/>
              </a:tabLs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392113" algn="l"/>
                <a:tab pos="785813" algn="l"/>
                <a:tab pos="1179513" algn="l"/>
                <a:tab pos="1573213" algn="l"/>
                <a:tab pos="1966913" algn="l"/>
                <a:tab pos="2360613" algn="l"/>
                <a:tab pos="2754313" algn="l"/>
                <a:tab pos="3148013" algn="l"/>
                <a:tab pos="3543300" algn="l"/>
                <a:tab pos="3937000" algn="l"/>
                <a:tab pos="4330700" algn="l"/>
                <a:tab pos="4724400" algn="l"/>
                <a:tab pos="5118100" algn="l"/>
                <a:tab pos="5511800" algn="l"/>
                <a:tab pos="5905500" algn="l"/>
                <a:tab pos="6299200" algn="l"/>
                <a:tab pos="6692900" algn="l"/>
                <a:tab pos="7088188" algn="l"/>
                <a:tab pos="7481888" algn="l"/>
                <a:tab pos="7875588" algn="l"/>
              </a:tabLs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D449E86-3BD6-48CC-A261-311775DAD417}" type="slidenum">
              <a:rPr lang="fr-FR" altLang="fr-FR" smtClean="0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</a:rPr>
              <a:pPr>
                <a:spcBef>
                  <a:spcPct val="0"/>
                </a:spcBef>
              </a:pPr>
              <a:t>3</a:t>
            </a:fld>
            <a:endParaRPr lang="fr-FR" altLang="fr-FR">
              <a:solidFill>
                <a:srgbClr val="000000"/>
              </a:solidFill>
              <a:latin typeface="Times New Roman" panose="02020603050405020304" pitchFamily="18" charset="0"/>
              <a:ea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724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file:///\\localhost\Users\christellelefort\Dropbox%20(Zebracom)\br\ANR\%25E2%2580%25A2%20DOC-MODELES-ANR\7383-FOND%20POWERPOINT\JPEG\fd-ppt-bleu-FR.jpg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93329" y="2201333"/>
            <a:ext cx="6059745" cy="214968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693329" y="3679799"/>
            <a:ext cx="6059745" cy="141713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ts val="2500"/>
              </a:lnSpc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+mn-lt"/>
                <a:cs typeface="45 Helvetica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style </a:t>
            </a:r>
            <a:br>
              <a:rPr lang="fr-FR" dirty="0"/>
            </a:br>
            <a:r>
              <a:rPr lang="fr-FR" dirty="0"/>
              <a:t>des sous-titres du masque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1BFF6E4-803D-924D-8419-B98E3B4BB8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955739" y="190774"/>
            <a:ext cx="4037800" cy="188142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F806100-C1BF-894F-B524-A24280E3E6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6975" y="318779"/>
            <a:ext cx="1750864" cy="141713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5845E71-C209-F140-8FB8-B79CB697C8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05557" y="4723303"/>
            <a:ext cx="4382766" cy="403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02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96712" y="2161006"/>
            <a:ext cx="10363200" cy="1869015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sp>
        <p:nvSpPr>
          <p:cNvPr id="5" name="Espace réservé du titre 1">
            <a:extLst>
              <a:ext uri="{FF2B5EF4-FFF2-40B4-BE49-F238E27FC236}">
                <a16:creationId xmlns:a16="http://schemas.microsoft.com/office/drawing/2014/main" id="{04564DF3-0F41-B645-8A4A-1441E2C9A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94517"/>
            <a:ext cx="10972800" cy="656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2225648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DCE87180-83F6-3D4D-98E9-D8963D6D4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820252"/>
            <a:ext cx="10972800" cy="3543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FontTx/>
              <a:buNone/>
              <a:defRPr/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titre 1">
            <a:extLst>
              <a:ext uri="{FF2B5EF4-FFF2-40B4-BE49-F238E27FC236}">
                <a16:creationId xmlns:a16="http://schemas.microsoft.com/office/drawing/2014/main" id="{5DEAAACA-624F-4E4A-B145-733ED7E48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94517"/>
            <a:ext cx="10972800" cy="656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3439050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19289" y="1650458"/>
            <a:ext cx="5475112" cy="411454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50457"/>
            <a:ext cx="5384800" cy="41145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titre 1">
            <a:extLst>
              <a:ext uri="{FF2B5EF4-FFF2-40B4-BE49-F238E27FC236}">
                <a16:creationId xmlns:a16="http://schemas.microsoft.com/office/drawing/2014/main" id="{BB7265FC-074A-BA4E-962B-7E1FED66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94517"/>
            <a:ext cx="10972800" cy="656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274258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85423" y="1527642"/>
            <a:ext cx="5386917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85423" y="216740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27642"/>
            <a:ext cx="5389033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latin typeface="Trebuchet MS" panose="020B06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6740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titre 1">
            <a:extLst>
              <a:ext uri="{FF2B5EF4-FFF2-40B4-BE49-F238E27FC236}">
                <a16:creationId xmlns:a16="http://schemas.microsoft.com/office/drawing/2014/main" id="{C126A8B4-34B2-C246-A332-C6340E17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94517"/>
            <a:ext cx="10972800" cy="656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1168336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47B8E0E2-8303-FA43-A1DB-A53CCD3D5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94517"/>
            <a:ext cx="10972800" cy="656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2525741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1236133"/>
            <a:ext cx="4011084" cy="474134"/>
          </a:xfrm>
        </p:spPr>
        <p:txBody>
          <a:bodyPr anchor="b">
            <a:normAutofit/>
          </a:bodyPr>
          <a:lstStyle>
            <a:lvl1pPr algn="l">
              <a:defRPr sz="1800" b="1">
                <a:latin typeface="+mn-lt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1236133"/>
            <a:ext cx="6815667" cy="49614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845204"/>
            <a:ext cx="4011084" cy="43523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17909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0615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d-ppt-bleu-FR.jpg" descr="/Users/christellelefort/Dropbox (Zebracom)/br/ANR/• DOC-MODELES-ANR/7383-FOND POWERPOINT/JPEG/fd-ppt-bleu-FR.jpg"/>
          <p:cNvPicPr>
            <a:picLocks noChangeAspect="1"/>
          </p:cNvPicPr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0"/>
            <a:ext cx="12192000" cy="692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276076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08000" y="342368"/>
            <a:ext cx="10972800" cy="656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1953418"/>
            <a:ext cx="10972800" cy="3543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5F33CD3-BE1D-454A-80C7-A1CBE44873C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291202" y="6011186"/>
            <a:ext cx="1601893" cy="88082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63BB98D-84EF-C84A-9488-89F8D0FC90B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 flipV="1">
            <a:off x="625137" y="1165512"/>
            <a:ext cx="10972800" cy="99954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2BDD14-1A4E-4030-ABB4-73A17B9C932C}"/>
              </a:ext>
            </a:extLst>
          </p:cNvPr>
          <p:cNvSpPr txBox="1">
            <a:spLocks/>
          </p:cNvSpPr>
          <p:nvPr userDrawn="1"/>
        </p:nvSpPr>
        <p:spPr>
          <a:xfrm>
            <a:off x="7716838" y="6405112"/>
            <a:ext cx="3763962" cy="365125"/>
          </a:xfrm>
          <a:prstGeom prst="rect">
            <a:avLst/>
          </a:prstGeom>
        </p:spPr>
        <p:txBody>
          <a:bodyPr/>
          <a:lstStyle>
            <a:lvl1pPr defTabSz="4556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56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56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56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56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fr-FR" altLang="fr-FR" sz="1200" dirty="0">
                <a:solidFill>
                  <a:srgbClr val="558ED5"/>
                </a:solidFill>
              </a:rPr>
              <a:t>Réunion de lancement – AAPG – édition 2026 </a:t>
            </a:r>
            <a:fld id="{58DE3A98-4082-4F05-8888-9D682B40FC47}" type="slidenum">
              <a:rPr lang="fr-FR" altLang="fr-FR" sz="1200">
                <a:solidFill>
                  <a:srgbClr val="EA4532"/>
                </a:solidFill>
              </a:rPr>
              <a:pPr algn="r" eaLnBrk="1" hangingPunct="1"/>
              <a:t>‹N°›</a:t>
            </a:fld>
            <a:endParaRPr lang="fr-FR" altLang="fr-FR" sz="1200" dirty="0">
              <a:solidFill>
                <a:srgbClr val="EA453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778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6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4" r:id="rId9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Tx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79422" y="1213000"/>
            <a:ext cx="11072388" cy="3919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just" defTabSz="914400" eaLnBrk="1" hangingPunct="1">
              <a:lnSpc>
                <a:spcPct val="80000"/>
              </a:lnSpc>
              <a:spcBef>
                <a:spcPct val="20000"/>
              </a:spcBef>
            </a:pPr>
            <a:endParaRPr lang="fr-FR" sz="2400" dirty="0">
              <a:solidFill>
                <a:srgbClr val="FF0000"/>
              </a:solidFill>
            </a:endParaRPr>
          </a:p>
          <a:p>
            <a:pPr algn="just" defTabSz="914400" eaLnBrk="1" hangingPunct="1">
              <a:lnSpc>
                <a:spcPct val="80000"/>
              </a:lnSpc>
              <a:spcBef>
                <a:spcPct val="20000"/>
              </a:spcBef>
            </a:pPr>
            <a:r>
              <a:rPr lang="fr-FR" sz="2400" dirty="0"/>
              <a:t>But de la réunion de lancement : </a:t>
            </a:r>
          </a:p>
          <a:p>
            <a:pPr algn="just" defTabSz="914400" eaLnBrk="1" hangingPunct="1">
              <a:lnSpc>
                <a:spcPct val="80000"/>
              </a:lnSpc>
              <a:spcBef>
                <a:spcPct val="20000"/>
              </a:spcBef>
            </a:pPr>
            <a:endParaRPr lang="fr-FR" sz="2400" dirty="0"/>
          </a:p>
          <a:p>
            <a:pPr marL="457200" indent="-457200" algn="just" defTabSz="914400" eaLnBrk="1" hangingPunct="1">
              <a:lnSpc>
                <a:spcPct val="80000"/>
              </a:lnSpc>
              <a:spcBef>
                <a:spcPct val="20000"/>
              </a:spcBef>
              <a:buAutoNum type="arabicParenR"/>
            </a:pPr>
            <a:r>
              <a:rPr lang="fr-FR" sz="2400" dirty="0"/>
              <a:t>présenter chaque projet </a:t>
            </a:r>
          </a:p>
          <a:p>
            <a:pPr marL="457200" indent="-457200" algn="just" defTabSz="914400" eaLnBrk="1" hangingPunct="1">
              <a:lnSpc>
                <a:spcPct val="80000"/>
              </a:lnSpc>
              <a:spcBef>
                <a:spcPct val="20000"/>
              </a:spcBef>
              <a:buAutoNum type="arabicParenR"/>
            </a:pPr>
            <a:r>
              <a:rPr lang="fr-FR" sz="2400" dirty="0"/>
              <a:t>présenter le cadre de suivi scientifique et administratif des projets financés par l’ANR</a:t>
            </a:r>
          </a:p>
          <a:p>
            <a:pPr algn="just" defTabSz="914400" eaLnBrk="1" hangingPunct="1">
              <a:lnSpc>
                <a:spcPct val="80000"/>
              </a:lnSpc>
              <a:spcBef>
                <a:spcPct val="20000"/>
              </a:spcBef>
            </a:pPr>
            <a:endParaRPr lang="fr-FR" sz="2400" dirty="0"/>
          </a:p>
          <a:p>
            <a:pPr algn="just" defTabSz="914400" eaLnBrk="1" hangingPunct="1">
              <a:lnSpc>
                <a:spcPct val="80000"/>
              </a:lnSpc>
              <a:spcBef>
                <a:spcPct val="20000"/>
              </a:spcBef>
            </a:pPr>
            <a:endParaRPr lang="fr-FR" sz="2400" dirty="0"/>
          </a:p>
          <a:p>
            <a:pPr algn="just" defTabSz="914400" eaLnBrk="1" hangingPunct="1">
              <a:lnSpc>
                <a:spcPct val="80000"/>
              </a:lnSpc>
              <a:spcBef>
                <a:spcPct val="20000"/>
              </a:spcBef>
            </a:pPr>
            <a:r>
              <a:rPr lang="fr-FR" sz="2400" dirty="0"/>
              <a:t>La présentation orale ne doit pas dépasser </a:t>
            </a:r>
            <a:r>
              <a:rPr lang="fr-FR" sz="2400" b="1" dirty="0"/>
              <a:t>5 min</a:t>
            </a:r>
            <a:r>
              <a:rPr lang="fr-FR" sz="2400" dirty="0"/>
              <a:t>.</a:t>
            </a:r>
          </a:p>
          <a:p>
            <a:pPr algn="just" defTabSz="914400" eaLnBrk="1" hangingPunct="1">
              <a:lnSpc>
                <a:spcPct val="80000"/>
              </a:lnSpc>
              <a:spcBef>
                <a:spcPct val="20000"/>
              </a:spcBef>
            </a:pPr>
            <a:endParaRPr lang="fr-FR" sz="2400" dirty="0"/>
          </a:p>
          <a:p>
            <a:pPr algn="just" defTabSz="914400" eaLnBrk="1" hangingPunct="1">
              <a:lnSpc>
                <a:spcPct val="80000"/>
              </a:lnSpc>
              <a:spcBef>
                <a:spcPct val="20000"/>
              </a:spcBef>
            </a:pPr>
            <a:endParaRPr lang="fr-FR" sz="2400" i="1" dirty="0">
              <a:solidFill>
                <a:srgbClr val="FF0000"/>
              </a:solidFill>
            </a:endParaRP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510767" y="385052"/>
            <a:ext cx="8229600" cy="656699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fr-FR" dirty="0"/>
              <a:t>Recommandations pour la présentation</a:t>
            </a:r>
          </a:p>
        </p:txBody>
      </p:sp>
      <p:sp>
        <p:nvSpPr>
          <p:cNvPr id="5" name="Rectangle à coins arrondis 4">
            <a:extLst>
              <a:ext uri="{FF2B5EF4-FFF2-40B4-BE49-F238E27FC236}">
                <a16:creationId xmlns:a16="http://schemas.microsoft.com/office/drawing/2014/main" id="{5433D638-C899-43FC-B312-5E133E1AD0CC}"/>
              </a:ext>
            </a:extLst>
          </p:cNvPr>
          <p:cNvSpPr/>
          <p:nvPr/>
        </p:nvSpPr>
        <p:spPr>
          <a:xfrm rot="506471">
            <a:off x="9444071" y="383200"/>
            <a:ext cx="2460625" cy="660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[Diapo à supprimer]</a:t>
            </a:r>
          </a:p>
        </p:txBody>
      </p:sp>
    </p:spTree>
    <p:extLst>
      <p:ext uri="{BB962C8B-B14F-4D97-AF65-F5344CB8AC3E}">
        <p14:creationId xmlns:p14="http://schemas.microsoft.com/office/powerpoint/2010/main" val="797629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DE5E06-5B1D-C245-8210-B15D85054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3997" y="2210386"/>
            <a:ext cx="7978189" cy="2149686"/>
          </a:xfrm>
        </p:spPr>
        <p:txBody>
          <a:bodyPr/>
          <a:lstStyle/>
          <a:p>
            <a:r>
              <a:rPr lang="fr-FR" dirty="0"/>
              <a:t>Acronyme – titre du projet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10F97A7-2E15-8144-BC78-42CDE4971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3997" y="3679798"/>
            <a:ext cx="5777565" cy="2779996"/>
          </a:xfrm>
        </p:spPr>
        <p:txBody>
          <a:bodyPr/>
          <a:lstStyle/>
          <a:p>
            <a:endParaRPr lang="fr-FR" dirty="0"/>
          </a:p>
          <a:p>
            <a:endParaRPr lang="fr-FR" dirty="0"/>
          </a:p>
          <a:p>
            <a:r>
              <a:rPr lang="fr-FR" dirty="0"/>
              <a:t>Réunion de lancement</a:t>
            </a:r>
          </a:p>
          <a:p>
            <a:r>
              <a:rPr lang="fr-FR" dirty="0"/>
              <a:t>AAPG 2026 – CES 10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8558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dirty="0"/>
              <a:t>Acronyme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dirty="0"/>
              <a:t>Titre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dirty="0"/>
              <a:t>Partenaires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dirty="0"/>
              <a:t>Date de début de projet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dirty="0"/>
              <a:t>Durée de projet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dirty="0"/>
              <a:t>Instrument :</a:t>
            </a:r>
          </a:p>
          <a:p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Fiche identité du projet</a:t>
            </a:r>
          </a:p>
        </p:txBody>
      </p:sp>
    </p:spTree>
    <p:extLst>
      <p:ext uri="{BB962C8B-B14F-4D97-AF65-F5344CB8AC3E}">
        <p14:creationId xmlns:p14="http://schemas.microsoft.com/office/powerpoint/2010/main" val="92263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Espace réservé du contenu 2"/>
          <p:cNvSpPr txBox="1">
            <a:spLocks/>
          </p:cNvSpPr>
          <p:nvPr/>
        </p:nvSpPr>
        <p:spPr bwMode="auto">
          <a:xfrm>
            <a:off x="724277" y="1627188"/>
            <a:ext cx="10855105" cy="428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fr-FR" altLang="fr-FR" sz="2400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Contexte</a:t>
            </a:r>
          </a:p>
        </p:txBody>
      </p:sp>
    </p:spTree>
    <p:extLst>
      <p:ext uri="{BB962C8B-B14F-4D97-AF65-F5344CB8AC3E}">
        <p14:creationId xmlns:p14="http://schemas.microsoft.com/office/powerpoint/2010/main" val="280488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Espace réservé du contenu 2"/>
          <p:cNvSpPr txBox="1">
            <a:spLocks/>
          </p:cNvSpPr>
          <p:nvPr/>
        </p:nvSpPr>
        <p:spPr bwMode="auto">
          <a:xfrm>
            <a:off x="724277" y="1627188"/>
            <a:ext cx="10855105" cy="428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fr-FR" altLang="fr-FR" sz="2400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Objectifs scientifiques et techniques</a:t>
            </a:r>
          </a:p>
        </p:txBody>
      </p:sp>
    </p:spTree>
    <p:extLst>
      <p:ext uri="{BB962C8B-B14F-4D97-AF65-F5344CB8AC3E}">
        <p14:creationId xmlns:p14="http://schemas.microsoft.com/office/powerpoint/2010/main" val="293378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Espace réservé du contenu 2"/>
          <p:cNvSpPr txBox="1">
            <a:spLocks/>
          </p:cNvSpPr>
          <p:nvPr/>
        </p:nvSpPr>
        <p:spPr bwMode="auto">
          <a:xfrm>
            <a:off x="724277" y="1627188"/>
            <a:ext cx="10855105" cy="428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fr-FR" altLang="fr-FR" sz="2400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Retombées attendues</a:t>
            </a:r>
          </a:p>
        </p:txBody>
      </p:sp>
    </p:spTree>
    <p:extLst>
      <p:ext uri="{BB962C8B-B14F-4D97-AF65-F5344CB8AC3E}">
        <p14:creationId xmlns:p14="http://schemas.microsoft.com/office/powerpoint/2010/main" val="3461836659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ANR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5887</TotalTime>
  <Words>85</Words>
  <Application>Microsoft Office PowerPoint</Application>
  <PresentationFormat>Grand écran</PresentationFormat>
  <Paragraphs>26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45 Helvetica Light</vt:lpstr>
      <vt:lpstr>Arial</vt:lpstr>
      <vt:lpstr>Arial Unicode MS</vt:lpstr>
      <vt:lpstr>Calibri</vt:lpstr>
      <vt:lpstr>Times New Roman</vt:lpstr>
      <vt:lpstr>Trebuchet MS</vt:lpstr>
      <vt:lpstr>1_Thème ANR</vt:lpstr>
      <vt:lpstr>Présentation PowerPoint</vt:lpstr>
      <vt:lpstr>Acronyme – titre du projet</vt:lpstr>
      <vt:lpstr>Fiche identité du projet</vt:lpstr>
      <vt:lpstr>Contexte</vt:lpstr>
      <vt:lpstr>Objectifs scientifiques et techniques</vt:lpstr>
      <vt:lpstr>Retombées attendues</vt:lpstr>
    </vt:vector>
  </TitlesOfParts>
  <Company>Zebra communication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PONS Liz</dc:creator>
  <cp:lastModifiedBy>VAUTRIN Gregoire</cp:lastModifiedBy>
  <cp:revision>289</cp:revision>
  <cp:lastPrinted>2015-11-10T09:53:06Z</cp:lastPrinted>
  <dcterms:created xsi:type="dcterms:W3CDTF">2014-11-18T08:16:24Z</dcterms:created>
  <dcterms:modified xsi:type="dcterms:W3CDTF">2026-09-25T14:14:12Z</dcterms:modified>
</cp:coreProperties>
</file>